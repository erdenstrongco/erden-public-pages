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7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72D58F-7D05-B308-7039-E73991B74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95D584E-8F0A-BE57-6A9F-85C888D4F1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32860C-9A9C-0370-BA6C-15CF64804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A8C1-8448-49FC-9492-9A91C0BB89AF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3BDC57-F54F-9C51-F95C-8F22BA9AA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BB5B03-A0C6-588A-766C-AA3FFE5D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A22-8097-49EE-A796-77F13FB088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5288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275BAA-EAF9-7D01-55D5-F36B62F27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ACA230-9479-B793-936F-EF0E82526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1AC560-B088-E9CF-53AE-52C0186F9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A8C1-8448-49FC-9492-9A91C0BB89AF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3F4616-6FB8-6143-23D2-08C5B822C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F714DD-E2CD-B7E5-DBD3-740BAEFCA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A22-8097-49EE-A796-77F13FB088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0005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284467-7D7A-8D32-DC14-0B2B68E9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68F4C8A-214D-A825-5C5C-FE16D101C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01DB0D-87BB-223E-DBF3-587865A5B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A8C1-8448-49FC-9492-9A91C0BB89AF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9D447A-C8EA-96F2-CAE4-B54C55005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CE5FB-43D2-5421-A56E-0145E9CA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A22-8097-49EE-A796-77F13FB088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7763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6DABA4-3698-FE16-178D-0C10498F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B9416C-62DF-9F6C-52C1-0A8C7535E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85D7EB9-B378-3C80-3D88-60CA5F725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7026A7B-393D-CCF9-351D-FB3AA9099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A8C1-8448-49FC-9492-9A91C0BB89AF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AF0D144-A040-AB74-E8C6-656264E3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40229C5-7BEA-3A99-A174-D76552D72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A22-8097-49EE-A796-77F13FB088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135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F8DF1A-9270-020F-F233-683E2B601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959114F-CBF2-B9D8-172F-AEC86FEB0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C19B8F-921F-AEB7-BF76-50AC199E6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9C5BF2E-43FC-35E5-7E12-4FD441393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77CD8C0-4CE4-57E6-A7CC-88FB281C2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6B63926-DAB4-3CC5-CD8E-AA72A972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A8C1-8448-49FC-9492-9A91C0BB89AF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118ED83-5C27-1E9F-211C-0277E5CB9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8424C3E-08CB-2955-D093-E3CE07BC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A22-8097-49EE-A796-77F13FB088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6995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789F11-6C35-11C8-0D74-2BBE507D1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8F6C45A-BF72-FB66-C9C1-EAE59EE2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A8C1-8448-49FC-9492-9A91C0BB89AF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FB19EC3-1919-0320-ADE2-F4741D333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C918AFD-5362-1A88-1F84-D88D6223E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A22-8097-49EE-A796-77F13FB088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050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763A2BD-9185-D269-86E7-1270BA376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A8C1-8448-49FC-9492-9A91C0BB89AF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6BE1FD4-170F-DB48-A002-B9612E57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2A7FA8-0A42-B76C-C1CE-BBD9A247E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A22-8097-49EE-A796-77F13FB088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564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D61421-1FE0-B719-ED29-26533386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2D88AA-2B36-BDD5-020F-49FC38720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2146699-FCD2-EE2D-89AA-F81B6D434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F2B80CB-08CD-57D2-24C5-4C43F5A7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A8C1-8448-49FC-9492-9A91C0BB89AF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012CB4E-CAEA-C916-0E24-6565F997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B586B3E-6F75-62AD-2B4A-AAD252202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A22-8097-49EE-A796-77F13FB088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0032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1670F8-192F-F0BD-90FF-67AAB45B2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84BE0EE-E145-1A94-583E-AB35102C3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1AF1D1B-1E19-4D44-8329-E0C48749B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7D36D6-F315-AAE2-4338-9BFBE0D5F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A8C1-8448-49FC-9492-9A91C0BB89AF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70A67CD-3D71-A81B-B99E-D060E371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FBD7318-7D51-6B68-5FCF-A81C983C1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A22-8097-49EE-A796-77F13FB088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136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DF45B0-DA3D-9BCA-8C72-90C2682AA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9D35722-E41D-273C-2DE8-12103A327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500F24-F14E-E1F4-C4AF-B5E3C2330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A8C1-8448-49FC-9492-9A91C0BB89AF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893BEC-5099-C6BB-37DD-1F7368E36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3CB34F-059F-B05D-DADD-4E4C29A7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A22-8097-49EE-A796-77F13FB088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3306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40FADDF-D9EF-11E9-7C3B-04398D7E9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CFA5B71-E9E8-4800-4E89-61DCABA30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917713-8A27-9C6F-D91A-728C07D9B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A8C1-8448-49FC-9492-9A91C0BB89AF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ED70CE-4374-9642-D841-F757E4DE0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EEA16C-31C4-CDCF-6686-2E2C367D7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A22-8097-49EE-A796-77F13FB088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93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E993800-E6BB-6AC2-B94A-4FBA3ED44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FFF539-CAE5-2F07-46A2-7C7F12930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2C18D5-F0F5-EF3A-103D-93C422398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1A8C1-8448-49FC-9492-9A91C0BB89AF}" type="datetimeFigureOut">
              <a:rPr lang="zh-TW" altLang="en-US" smtClean="0"/>
              <a:t>2026/7/27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3A77F3-A295-5CE0-A680-8E90D73A1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8F3037-0A59-1B4D-5D92-06CB655FE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2DA22-8097-49EE-A796-77F13FB088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8678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DDE6E03-3E2E-109A-6DC3-DBD7B4647E1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198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43AFC5B-2F80-C0AF-57ED-85DC0601092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888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29E6E22-6526-F8C0-BAFC-5E91079FFF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870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1C50869-C8C3-587F-68C2-08EC071532B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337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8D1C486-2F1E-85C5-DBE5-FE7F5C79C69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77F0F31-AD06-8A57-C45B-48C0CD9AE4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871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46DD6AD-0B55-9196-1040-1491587E96C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454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自訂</PresentationFormat>
  <Paragraphs>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2026-07-27T06:42:57Z</dcterms:created>
  <dcterms:modified xsi:type="dcterms:W3CDTF">2026-07-27T06:42:57Z</dcterms:modified>
</cp:coreProperties>
</file>